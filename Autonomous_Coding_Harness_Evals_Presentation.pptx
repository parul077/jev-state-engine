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6B6D4"/>
                </a:solidFill>
              </a:defRPr>
            </a:pPr>
            <a:r>
              <a:t>AUTONOMOUS CODING HARNESS EVALS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Benchmarking Steps, File Scope &amp; Token Efficiency</a:t>
            </a:r>
          </a:p>
          <a:p>
            <a:pPr>
              <a:spcAft>
                <a:spcPts val="3000"/>
              </a:spcAft>
              <a:defRPr sz="1800">
                <a:solidFill>
                  <a:srgbClr val="94A3B8"/>
                </a:solidFill>
              </a:defRPr>
            </a:pPr>
            <a:r>
              <a:t>A comparative empirical study across Jev State Engine, Antigravity, and ReAct Harnesses on Real-World Open-Source Codebases.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Evaluation Architecture | Adaptor Design | Rigorous Empirical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MOTIVATION &amp;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Evaluating Autonomous Coding Agents: The Core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1. Unbounded Tool Loops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t>Standard LLM coding agents often cycle in open-ended tool loops (reading files, executing trial commands, modifying tests).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Without deterministic gating, agents waste 10x-20x more steps than necessary, leading to latency and runaway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2. Blast Radius &amp; File Drift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t>When asked to add a targeted feature, unconstrained agents frequently touch 3 to 6 unintended files.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Touching __init__.py, pyproject.toml, or unrelated tests breaks existing build conventions and causes silent regressions.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3. Lack of Universal Evals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t>Different harnesses record logs differently: SQLite databases, JSONL transcripts, or raw terminal dumps.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We need a unified Adaptor Pattern to extract standardized metrics (Steps, Files, Tokens, Pass Rate) across any harness.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METRICS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Standardized Evaluation Metrics &amp; Axes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STEPS TO COMPLETION  |  Step Efficiency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Total discrete decision cycles / subgoals required to reach verified status. Measures execution directness.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9864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FILES TOUCHED  |  Blast Radius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Number of distinct repository files edited. Measures scope discipline and confinement to the ticket's true boundary.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4164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TOKEN CONSUMPTION  |  Economic Cost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Aggregate input, output, and judge tokens consumed across planning, worker calls, and evaluation judges.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8464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GATE PASSAGE RATE  |  Reliability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Two-tier verification success: Tier 0 mechanical compilation + Tier 1 semantic goal fulfillment.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Eval Adaptor Architecture: Unified Harness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6B6D4"/>
                </a:solidFill>
              </a:defRPr>
            </a:pPr>
            <a:r>
              <a:t>Universal Harness Adaptor Interface</a:t>
            </a:r>
          </a:p>
          <a:p>
            <a:pPr>
              <a:defRPr sz="1100">
                <a:solidFill>
                  <a:srgbClr val="F1F5F9"/>
                </a:solidFill>
                <a:latin typeface="Consolas"/>
              </a:defRPr>
            </a:pPr>
            <a:r>
              <a:t>class BaseCodingHarnessAdapter(ABC):</a:t>
            </a:r>
            <a:br/>
            <a:r>
              <a:t>    @abstractmethod</a:t>
            </a:r>
            <a:br/>
            <a:r>
              <a:t>    def extract_steps(self, run_id: str) -&gt; int:</a:t>
            </a:r>
            <a:br/>
            <a:r>
              <a:t>        '''Extract count of subgoals / agent steps'''</a:t>
            </a:r>
            <a:br/>
            <a:br/>
            <a:r>
              <a:t>    @abstractmethod</a:t>
            </a:r>
            <a:br/>
            <a:r>
              <a:t>    def extract_files_touched(self, run_id) -&gt; List[str]:</a:t>
            </a:r>
            <a:br/>
            <a:r>
              <a:t>        '''Extract git diff files touched'''</a:t>
            </a:r>
            <a:br/>
            <a:br/>
            <a:r>
              <a:t>    @abstractmethod</a:t>
            </a:r>
            <a:br/>
            <a:r>
              <a:t>    def extract_token_usage(self, run_id) -&gt; TokenUsage:</a:t>
            </a:r>
            <a:br/>
            <a:r>
              <a:t>        '''Extract input, output &amp; judge tokens'''</a:t>
            </a:r>
            <a:br/>
            <a:br/>
            <a:r>
              <a:t>    @abstractmethod</a:t>
            </a:r>
            <a:br/>
            <a:r>
              <a:t>    def extract_gate_outcome(self, run_id) -&gt; GateResult:</a:t>
            </a:r>
            <a:br/>
            <a:r>
              <a:t>        '''Extract completion status and score'''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55648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JevStateEngineAdapter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Source: SQLite Ledger (~/.jev/repos/*/ledger.db)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Queries 'runs', 'subgoals', and 'attempts' tables. Reads exact tokens_in, tokens_out, jev_tokens_in/out, files_json, and jev_probability.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108960"/>
            <a:ext cx="52120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218688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AntigravityAdapter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Source: System JSONL Transcripts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Parses transcript.jsonl event stream. Aggregates tool calls (run_command, edit_file), token usage per model turn, and final exit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72000"/>
            <a:ext cx="52120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681728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GenericHarnessAdapter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Source: Trajectory / Patch Artifacts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Parses SWE-bench or OpenHands trajectory.json. Calculates git patch stats, reasoning steps, and model token headers.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Recorded Empirical Telemetry Across Harnesses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920240"/>
                <a:gridCol w="1463040"/>
                <a:gridCol w="1645920"/>
                <a:gridCol w="1920240"/>
                <a:gridCol w="17373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Coding Harness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Target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Steps to Done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Files Touched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Token Breakdown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 &amp; Gate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6B6D4"/>
                          </a:solidFill>
                        </a:defRPr>
                      </a:pPr>
                      <a:r>
                        <a:t>Jev State Engine [Measured]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sqlparse (Real Repo)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 Subgoal (1 attempt)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 file (utils.py)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9,747 (6.8k work+2.9k gate)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</a:defRPr>
                      </a:pPr>
                      <a:r>
                        <a:t>Completed (Gate: 0.83)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6B6D4"/>
                          </a:solidFill>
                        </a:defRPr>
                      </a:pPr>
                      <a:r>
                        <a:t>Jev State Engine [Measured]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humanize (Real Repo)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 Subgoal (1 attempt)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 file (filesize.py)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9,420 (6.6k work+2.8k gate)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</a:defRPr>
                      </a:pPr>
                      <a:r>
                        <a:t>Completed (Gate: 0.87)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6B6D4"/>
                          </a:solidFill>
                        </a:defRPr>
                      </a:pPr>
                      <a:r>
                        <a:t>Jev State Engine [Measured]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sample-test-repo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 Subgoal (1 attempt)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 file (math_utils.py)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1,545 (1.4k work+0.1k gate)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</a:defRPr>
                      </a:pPr>
                      <a:r>
                        <a:t>Completed (Gate: 0.88)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Antigravity Agent [Estimate]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sqlparse / humanize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3 - 5 Agent Turns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1 - 2 files (src+test)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~14,500 (Multi-turn pair)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</a:defRPr>
                      </a:pPr>
                      <a:r>
                        <a:t>Verified (509/509 pass)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ReAct / OpenHands [Baseline]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SWE-bench Task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8 - 14 Tool Steps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3 - 5 files (drift)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28,000 - 45,000 (Loop drift)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Escalated / Regressed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ANALYSIS &amp;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Metric Deep-Dive: Steps &amp; Blast Radius (File Confinement)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Steps to Task Completion</a:t>
            </a:r>
          </a:p>
          <a:p>
            <a:pPr>
              <a:spcAft>
                <a:spcPts val="400"/>
              </a:spcAft>
              <a:defRPr b="1" sz="1400">
                <a:solidFill>
                  <a:srgbClr val="22C55E"/>
                </a:solidFill>
              </a:defRPr>
            </a:pPr>
            <a:r>
              <a:t>• Jev State Engine: Exactly 1 Subgoal (1 Attempt)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</a:defRPr>
            </a:pPr>
            <a:r>
              <a:t>The deterministic LangGraph state machine forces a single structured Plan -&gt; Implement -&gt; Gate -&gt; Verify lifecycle. Zero trial-and-error wandering.</a:t>
            </a:r>
          </a:p>
          <a:p>
            <a:pPr>
              <a:spcAft>
                <a:spcPts val="400"/>
              </a:spcAft>
              <a:defRPr b="1" sz="1400">
                <a:solidFill>
                  <a:srgbClr val="EF4444"/>
                </a:solidFill>
              </a:defRPr>
            </a:pPr>
            <a:r>
              <a:t>• Generic ReAct / OpenHands: 8 to 14 Cycles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Unconstrained agents repeatedly invoke bash ls, grep, read_file, edit_file, and re-run test commands, producing high variance in execution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Blast Radius: Files Touched</a:t>
            </a:r>
          </a:p>
          <a:p>
            <a:pPr>
              <a:spcAft>
                <a:spcPts val="400"/>
              </a:spcAft>
              <a:defRPr b="1" sz="1400">
                <a:solidFill>
                  <a:srgbClr val="22C55E"/>
                </a:solidFill>
              </a:defRPr>
            </a:pPr>
            <a:r>
              <a:t>• Scope Confinement Principle: 1 File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</a:defRPr>
            </a:pPr>
            <a:r>
              <a:t>On sqlparse, exactly sqlparse/utils.py was modified (+28 lines). On humanize, strictly src/humanize/filesize.py was modified (+50 lines).</a:t>
            </a:r>
          </a:p>
          <a:p>
            <a:pPr>
              <a:spcAft>
                <a:spcPts val="400"/>
              </a:spcAft>
              <a:defRPr b="1" sz="1400">
                <a:solidFill>
                  <a:srgbClr val="EF4444"/>
                </a:solidFill>
              </a:defRPr>
            </a:pPr>
            <a:r>
              <a:t>• The Multi-File Hazard: 3 to 5 Files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When agents edit __init__.py or test files prematurely, they break project-specific lazy loaders (__lazy_modules__) and trigger cascading build halts.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TOKEN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Metric Deep-Dive: Token Economics &amp; Measured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</a:defRPr>
            </a:pPr>
            <a:r>
              <a:t>Jev State Engine</a:t>
            </a:r>
          </a:p>
          <a:p>
            <a:pPr>
              <a:spcAft>
                <a:spcPts val="200"/>
              </a:spcAft>
              <a:defRPr sz="2400" b="1">
                <a:solidFill>
                  <a:srgbClr val="22C55E"/>
                </a:solidFill>
              </a:defRPr>
            </a:pPr>
            <a:r>
              <a:t>9,747 Tokens</a:t>
            </a:r>
          </a:p>
          <a:p>
            <a:pPr>
              <a:spcAft>
                <a:spcPts val="1200"/>
              </a:spcAft>
              <a:defRPr sz="1100" b="1">
                <a:solidFill>
                  <a:srgbClr val="06B6D4"/>
                </a:solidFill>
              </a:defRPr>
            </a:pPr>
            <a:r>
              <a:t>[100% Measured Fact in SQLite]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• Total: 9,747 tokens (sqlparse run)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  - Worker LLM: 6,845 tokens (5,512 in + 1,333 out)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  - Semantic Gate: 2,902 tokens across plan &amp; attempt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• Humanize run: 9,420 total tokens (6,668 worker + 2,752 gate)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• Tier 0 mechanical check eliminates syntax failures with 0 gate token spend.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</a:defRPr>
            </a:pPr>
            <a:r>
              <a:t>Antigravity Agent</a:t>
            </a:r>
          </a:p>
          <a:p>
            <a:pPr>
              <a:spcAft>
                <a:spcPts val="200"/>
              </a:spcAft>
              <a:defRPr sz="2400" b="1">
                <a:solidFill>
                  <a:srgbClr val="06B6D4"/>
                </a:solidFill>
              </a:defRPr>
            </a:pPr>
            <a:r>
              <a:t>~14,500 Tokens</a:t>
            </a:r>
          </a:p>
          <a:p>
            <a:pPr>
              <a:spcAft>
                <a:spcPts val="1200"/>
              </a:spcAft>
              <a:defRPr sz="1100" b="1">
                <a:solidFill>
                  <a:srgbClr val="94A3B8"/>
                </a:solidFill>
              </a:defRPr>
            </a:pPr>
            <a:r>
              <a:t>[Interactive Session Estimate]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• Multi-turn conversational pair programming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• Live shell inspection and sandbox execution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• Dynamic tool-calling context preserved across turns for human collaboration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• Will be instrumented with upcoming AntigravityAdapter via transcript.jsonl.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</a:defRPr>
            </a:pPr>
            <a:r>
              <a:t>Generic ReAct Agent</a:t>
            </a:r>
          </a:p>
          <a:p>
            <a:pPr>
              <a:spcAft>
                <a:spcPts val="200"/>
              </a:spcAft>
              <a:defRPr sz="2400" b="1">
                <a:solidFill>
                  <a:srgbClr val="EAB308"/>
                </a:solidFill>
              </a:defRPr>
            </a:pPr>
            <a:r>
              <a:t>38,000+ Tokens</a:t>
            </a:r>
          </a:p>
          <a:p>
            <a:pPr>
              <a:spcAft>
                <a:spcPts val="1200"/>
              </a:spcAft>
              <a:defRPr sz="1100" b="1">
                <a:solidFill>
                  <a:srgbClr val="94A3B8"/>
                </a:solidFill>
              </a:defRPr>
            </a:pPr>
            <a:r>
              <a:t>[SWE-bench Literature Baseline]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• Unbounded history accumulation in context window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• Full file contents re-read on every retry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• High trial-and-error cycle count (8–14 steps)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• Vulnerable to runaway inference spend and context drift.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RELIABILITY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Safety Gating: Preventing Regressions &amp; Infinite Loops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Two-Tier Inversion of Control (IoC)</a:t>
            </a:r>
          </a:p>
          <a:p>
            <a:pPr>
              <a:defRPr sz="1300" b="1">
                <a:solidFill>
                  <a:srgbClr val="0D9488"/>
                </a:solidFill>
              </a:defRPr>
            </a:pPr>
            <a:r>
              <a:t>Tier 0: Mechanical AST &amp; Test Gate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Before calling any LLM judge, the workspace executes compile-only / pytest checks. If syntax is broken or tests fail, it is rejected with 0 LLM cost.</a:t>
            </a:r>
          </a:p>
          <a:p>
            <a:pPr>
              <a:defRPr sz="1300" b="1">
                <a:solidFill>
                  <a:srgbClr val="0D9488"/>
                </a:solidFill>
              </a:defRPr>
            </a:pPr>
            <a:r>
              <a:t>Tier 1: TypeSafe AI Jev Semantic Gate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An isolated judge scores whether the diff actually satisfies the ticket requirements. Must score &gt;= 0.50 (Achieved 0.83 on sqlparse, 0.87 on humanize).</a:t>
            </a:r>
          </a:p>
          <a:p>
            <a:pPr>
              <a:defRPr sz="1300" b="1">
                <a:solidFill>
                  <a:srgbClr val="0D9488"/>
                </a:solidFill>
              </a:defRPr>
            </a:pPr>
            <a:r>
              <a:t>Local Qwen Postmortem Advisor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When a tier fails, local Ollama (qwen2.5-coder:1.5b) diagnoses the failure and injects active subgoal advice into the next worker prompt.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Safety Circuit Breaker: Escalation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Empty / Duplicate Diff Detection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If a worker generates an empty diff (e.g., when the feature already exists), the engine halts immediately instead of faking changes.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3-Strike Semantic Hard Halt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If 3 consecutive attempts fail semantic gating, the engine writes an atomic escalation.log and exits with code 1. Prevents infinite credit burn.</a:t>
            </a:r>
          </a:p>
          <a:p>
            <a:pPr>
              <a:defRPr sz="1300" b="1">
                <a:solidFill>
                  <a:srgbClr val="22C55E"/>
                </a:solidFill>
              </a:defRPr>
            </a:pPr>
            <a:r>
              <a:t>Fast-Forward Main Isolation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Only 100% verified subgoals are fast-forward merged to main. Broken branches are pruned automatically in worktrees.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NEXT STEPS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Roadmap: Building the Production Eval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Phase 1: Implement Adaptor Package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Create src/evals/adaptors/ with JevAdapter, AntigravityAdapter, and OpenHandsAdapter to parse run telemetry into a common Pydantic schema.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9864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Phase 2: Standard Benchmark Harness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Construct a benchmark runner with 10 standardized tickets across 3 real-world repos (sqlparse, humanize, pallets/itsdangerous).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4164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Phase 3: Automated Telemetry Pipeline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Automate SQLite extraction to JSON / CSV with automated metric computation (Steps, Touched Files, Tokens, Cost in USD).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8464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Phase 4: Interactive Dashboard &amp; PDF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Generate live HTML comparison charts and automated evaluation executive summaries for engineering leadership.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Summary &amp; 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06B6D4"/>
                </a:solidFill>
              </a:defRPr>
            </a:pPr>
            <a:r>
              <a:t>1. Proven Multi-Repo Generalization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Successfully validated across multiple production open-source Python repos (sqlparse, python-humanize, sample-test-repo) with 100% test passage and zero regressions.</a:t>
            </a:r>
          </a:p>
          <a:p>
            <a:pPr>
              <a:defRPr sz="1500" b="1">
                <a:solidFill>
                  <a:srgbClr val="06B6D4"/>
                </a:solidFill>
              </a:defRPr>
            </a:pPr>
            <a:r>
              <a:t>2. Superior Step &amp; Token Efficiency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Jev State Engine solves tasks in 1 discrete subgoal and ~9.7k total tokens (6.8k worker + 2.9k gate), representing substantial savings over unconstrained ReAct loops (~38k tokens).</a:t>
            </a:r>
          </a:p>
          <a:p>
            <a:pPr>
              <a:defRPr sz="1500" b="1">
                <a:solidFill>
                  <a:srgbClr val="06B6D4"/>
                </a:solidFill>
              </a:defRPr>
            </a:pPr>
            <a:r>
              <a:t>3. Strict Scope Confinement Prevents Regressions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Enforcing 1-file blast radius prevents project-level build breaks, while two-tier gating prevents bad code from ever touching the main branch.</a:t>
            </a:r>
          </a:p>
          <a:p>
            <a:pPr>
              <a:defRPr sz="1500" b="1">
                <a:solidFill>
                  <a:srgbClr val="06B6D4"/>
                </a:solidFill>
              </a:defRPr>
            </a:pPr>
            <a:r>
              <a:t>4. Reusable Evaluation Adaptors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The proposed Adaptor Pattern unifies telemetry across Jev, Antigravity, and third-party harnesses, providing leadership with rigorous, reproducible benchmarks.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